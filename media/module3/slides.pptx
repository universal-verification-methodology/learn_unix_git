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3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Processes, Pipes &amp; Redirection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Stop foreground jobs with Ctrl+C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Redirect stdout/stderr to log files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Chain commands with pipes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Search simulator logs with grep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2 (permissions, executable scripts)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Course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Save build/sim output: command &gt; run.log 2&gt;&amp;1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Filter errors: grep -i error run.log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Exit status $? indicates success or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Core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./scripts/module3.sh --check</a:t>
            </a:r>
          </a:p>
        </p:txBody>
      </p:sp>
      <p:pic>
        <p:nvPicPr>
          <p:cNvPr id="4" name="Picture 3" descr="module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Capture full 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./scripts/run_tests.sh &gt; logs/run.log 2&gt;&amp;1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tail -f logs/run.log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Searching logs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module3/examples/pipes &amp;&amp; grep ERROR sample.log</a:t>
            </a:r>
          </a:p>
        </p:txBody>
      </p:sp>
      <p:pic>
        <p:nvPicPr>
          <p:cNvPr id="4" name="Picture 3" descr="grep_err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Redirection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module3/examples/redirection &amp;&amp; chmod u+x print_both.sh &amp;&amp;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./print_both.sh &gt; /tmp/m3_out.log 2&gt; /tmp/m3_err.log &amp;&amp; head -2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/tmp/m3_out.log</a:t>
            </a:r>
          </a:p>
        </p:txBody>
      </p:sp>
      <p:pic>
        <p:nvPicPr>
          <p:cNvPr id="4" name="Picture 3" descr="redi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./scripts/module3.sh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grep ERROR on ~/unix_practice/sample.log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Try 2&gt;&amp;1 | tee debug.log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 echo $? after a command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Processes and exit status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Redirection and pipes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Module 4 — shell scripting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Module 4: Shell Productivity &amp; Basic Scripting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