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Module 3</a:t>
            </a:r>
          </a:p>
          <a:p>
            <a:pPr algn="ctr">
              <a:spcBef>
                <a:spcPts val="1200"/>
              </a:spcBef>
              <a:defRPr sz="3200">
                <a:solidFill>
                  <a:srgbClr val="333333"/>
                </a:solidFill>
              </a:defRPr>
            </a:pPr>
            <a:r>
              <a:t>Processes, Pipes &amp; Redirection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Stop foreground jobs with Ctrl+C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Redirect stdout/stderr to log files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Chain commands with pipes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Search simulator logs with grep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Module 2 (permissions, executable scripts)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Course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Save build/sim output: command &gt; run.log 2&gt;&amp;1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Filter errors: grep -i error run.log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Exit status $? indicates success or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Core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./scripts/module3.sh --check</a:t>
            </a:r>
          </a:p>
        </p:txBody>
      </p:sp>
      <p:pic>
        <p:nvPicPr>
          <p:cNvPr id="4" name="Picture 3" descr="modul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Capture full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./scripts/run_tests.sh &gt; logs/run.log 2&gt;&amp;1</a:t>
            </a:r>
            <a:br/>
            <a:r>
              <a:t>tail -f logs/run.log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Searching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cd module3/examples/pipes &amp;&amp; grep ERROR sample.log</a:t>
            </a:r>
          </a:p>
        </p:txBody>
      </p:sp>
      <p:pic>
        <p:nvPicPr>
          <p:cNvPr id="4" name="Picture 3" descr="grep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Redirection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cd module3/examples/redirection &amp;&amp; chmod u+x print_both.sh &amp;&amp; ./print_both.sh &gt; /tmp/m3_out.log 2&gt; /tmp/m3_err.log &amp;&amp; head -2 /tmp/m3_out.log</a:t>
            </a:r>
          </a:p>
        </p:txBody>
      </p:sp>
      <p:pic>
        <p:nvPicPr>
          <p:cNvPr id="4" name="Picture 3" descr="re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./scripts/module3.sh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grep ERROR on ~/unix_practice/sample.log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Try 2&gt;&amp;1 | tee debug.log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Check echo $? after a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Processes and exit status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Redirection and pipes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Next: Module 4 — shell scripting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Next: Module 4: Shell Productivity &amp; Basic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