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8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End-to-End 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Bootstrap a project from a template repo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scripted build/test flows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Capture and analyze logs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Commit milestones and push for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1–7 or equivalent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Course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Full loop: edit → run → inspect → commit → push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Reproducibility matters for grading and debug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Pre-push checks catch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Core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--check</a:t>
            </a:r>
          </a:p>
        </p:txBody>
      </p:sp>
      <p:pic>
        <p:nvPicPr>
          <p:cNvPr id="4" name="Picture 3" descr="modul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 with log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./scripts/run_demo.sh &gt; logs/run.log 2&gt;&amp;1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grep -i error logs/run.log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Scripted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module8/examples/template/sample_project &amp;&amp; chmod u+x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scripts/run_demo.sh &amp;&amp; ./scripts/run_demo.sh</a:t>
            </a:r>
          </a:p>
        </p:txBody>
      </p:sp>
      <p:pic>
        <p:nvPicPr>
          <p:cNvPr id="4" name="Picture 3" descr="sample_projec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Log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grep INFO module8/examples/template/sample_project/logs/run.log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2&gt;/dev/null | head -3</a:t>
            </a:r>
          </a:p>
        </p:txBody>
      </p:sp>
      <p:pic>
        <p:nvPicPr>
          <p:cNvPr id="4" name="Picture 3" descr="grep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Walk through sample_project/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 a commit after a script run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pre-push checklist in module8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Unix + Git + scripts together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You are ready for design courses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Course complete — keep practicing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Digital design &amp; verification courses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learn_unix_git / Module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