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Module 8</a:t>
            </a:r>
          </a:p>
          <a:p>
            <a:pPr algn="ctr">
              <a:spcBef>
                <a:spcPts val="1200"/>
              </a:spcBef>
              <a:defRPr sz="3200">
                <a:solidFill>
                  <a:srgbClr val="333333"/>
                </a:solidFill>
              </a:defRPr>
            </a:pPr>
            <a:r>
              <a:t>End-to-End Project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Bootstrap a project from a template repo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Run scripted build/test flows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Capture and analyze logs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Commit milestones and push for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Modules 1–7 or equivalent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6424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Full loop: edit → run → inspect → commit → push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Reproducibility matters for grading and debug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Pre-push checks catch common mistakes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./scripts/module8.sh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Run with log capture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./scripts/run_demo.sh &gt; logs/run.log 2&gt;&amp;1</a:t>
            </a:r>
            <a:br/>
            <a:r>
              <a:t>grep -i error logs/run.log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Scripted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cd module8/examples/template/sample_project &amp;&amp; chmod u+x scripts/run_demo.sh &amp;&amp; ./scripts/run_demo.sh</a:t>
            </a:r>
          </a:p>
        </p:txBody>
      </p:sp>
      <p:pic>
        <p:nvPicPr>
          <p:cNvPr id="4" name="Picture 3" descr="sample_projec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Log inspection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grep INFO module8/examples/template/sample_project/logs/run.log 2&gt;/dev/null | head -3</a:t>
            </a:r>
          </a:p>
        </p:txBody>
      </p:sp>
      <p:pic>
        <p:nvPicPr>
          <p:cNvPr id="4" name="Picture 3" descr="grep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Walk through sample_project/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Make a commit after a script run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Review pre-push checklist in module8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Unix + Git + scripts together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You are ready for design courses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Course complete — keep practicing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Digital design &amp; verification courses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