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7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Advanced Git for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Create and switch feature branches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Merge branches and resolve conflicts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submodules for shared IP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git blame and bisect conceptually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6 (add, commit, push)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Course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Team labs use branches per feature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Conflicts happen when two people edit same lines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IP may live in submodules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Core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./scripts/module7.sh --check</a:t>
            </a:r>
          </a:p>
        </p:txBody>
      </p:sp>
      <p:pic>
        <p:nvPicPr>
          <p:cNvPr id="4" name="Picture 3" descr="module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Feature 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git checkout -b feature/lab2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git merge 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Merge conflict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-15 module7/examples/conflicts/sample_conflict.txt</a:t>
            </a:r>
          </a:p>
        </p:txBody>
      </p:sp>
      <p:pic>
        <p:nvPicPr>
          <p:cNvPr id="4" name="Picture 3" descr="conflict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Branches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git help branch 2&gt;/dev/null | head -8</a:t>
            </a:r>
          </a:p>
        </p:txBody>
      </p:sp>
      <p:pic>
        <p:nvPicPr>
          <p:cNvPr id="4" name="Picture 3" descr="git_branch_he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Create branch in git_demo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Resolve sample_conflict.txt on paper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Try git submodule update --init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Branching and merging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Conflicts and submodules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Module 8 — end-to-end workflow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Module 8: End-to-End 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