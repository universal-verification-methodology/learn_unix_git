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64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Module 7</a:t>
            </a:r>
          </a:p>
          <a:p>
            <a:pPr algn="ctr">
              <a:spcBef>
                <a:spcPts val="1200"/>
              </a:spcBef>
              <a:defRPr sz="3200">
                <a:solidFill>
                  <a:srgbClr val="333333"/>
                </a:solidFill>
              </a:defRPr>
            </a:pPr>
            <a:r>
              <a:t>Advanced Git for Collaboration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Create and switch feature branches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Merge branches and resolve conflicts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Understand submodules for shared IP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Use git blame and bisect conceptually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Module 6 (add, commit, push)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1106424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Course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Team labs use branches per feature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Conflicts happen when two people edit same lines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Verification IP may live in submodules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Core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latin typeface="Consolas"/>
              </a:defRPr>
            </a:pPr>
            <a:r>
              <a:t>$ ./scripts/module7.sh --check</a:t>
            </a:r>
          </a:p>
        </p:txBody>
      </p:sp>
      <p:pic>
        <p:nvPicPr>
          <p:cNvPr id="4" name="Picture 3" descr="module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1106424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Feature 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33333"/>
                </a:solidFill>
                <a:latin typeface="Consolas"/>
              </a:defRPr>
            </a:pPr>
            <a:r>
              <a:t>git checkout -b feature/lab2</a:t>
            </a:r>
            <a:br/>
            <a:r>
              <a:t>git merge main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Merge conflict format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latin typeface="Consolas"/>
              </a:defRPr>
            </a:pPr>
            <a:r>
              <a:t>$ head -15 module7/examples/conflicts/sample_conflict.txt</a:t>
            </a:r>
          </a:p>
        </p:txBody>
      </p:sp>
      <p:pic>
        <p:nvPicPr>
          <p:cNvPr id="4" name="Picture 3" descr="conflict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1106424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Branches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latin typeface="Consolas"/>
              </a:defRPr>
            </a:pPr>
            <a:r>
              <a:t>$ git help branch 2&gt;/dev/null | head -8</a:t>
            </a:r>
          </a:p>
        </p:txBody>
      </p:sp>
      <p:pic>
        <p:nvPicPr>
          <p:cNvPr id="4" name="Picture 3" descr="git_branch_he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1106424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Create branch in git_demo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Resolve sample_conflict.txt on paper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Try git submodule update --init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Branching and merging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Conflicts and submodules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Next: Module 8 — end-to-end workflow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Next: Module 8: End-to-End Project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