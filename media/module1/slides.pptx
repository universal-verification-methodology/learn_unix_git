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learn_unix_git repo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Sample src/ and tb/ layout for verification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less for interactive scroll and search (/word).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Linux &amp; Shell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 a terminal and identify your working directory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Navigate with cd, pwd, and 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Create, copy, move, and delete files safely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View text with cat, less, head, and 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man and --help to explore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Unix-like environment (Linux, macOS, or WSL2)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Ability to open a terminal and type commands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prior shell experience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Topics build from terminal basics toward project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Why this matters for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simulators, scripts, and makefiles from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shell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Move between src/, tb/, and build/ directories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Inspect logs, RTL, and test output as text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Terminal &amp;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Shell vs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Terminal emulator — the window you type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Shell (bash, zsh) — interprets commands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Prompt shows user, host, and current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--check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Navigation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pwd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ls -la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~/projects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..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RTL-style project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module1/examples/navigation/sample_repo &amp;&amp; pwd &amp;&amp; ls -la &amp;&amp; cd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src &amp;&amp; pwd &amp;&amp; ls</a:t>
            </a:r>
          </a:p>
        </p:txBody>
      </p:sp>
      <p:pic>
        <p:nvPicPr>
          <p:cNvPr id="4" name="Picture 3" descr="navigation_sample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Files &amp; viewing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Files and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mkdir -p for nested directories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cp and mv for copy and rename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rm and rm -r — use carefully; avoid rm -rf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mkdir ~/unix_practice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mkdir ~/unix_practice/notes ~/unix_practice/projects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~/unix_practice &amp;&amp; pwd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Viewing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-n 5 module1/examples/viewing/sample_for_viewing.txt &amp;&amp; tail -n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3 module1/examples/viewing/sample_for_viewing.txt</a:t>
            </a:r>
          </a:p>
        </p:txBody>
      </p:sp>
      <p:pic>
        <p:nvPicPr>
          <p:cNvPr id="4" name="Picture 3" descr="viewing_head_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Create practice dirs (script)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Help &amp;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Getting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 ls — full manual (Space, q to quit)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ls --help — short option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Tab completion for commands and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History with ↑ and ↓ (Ctrl+R in bash)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Repo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 — hands-on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module1/CHECKLIST.md —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./scripts/module1.sh — check 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</a:t>
            </a:r>
          </a:p>
        </p:txBody>
      </p:sp>
      <p:pic>
        <p:nvPicPr>
          <p:cNvPr id="4" name="Picture 3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 (your turn)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Hello terminal — pwd, ls, ls -la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Directory navigation — unix_practice/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operations — cp, mv, rm with nano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Viewing — head, tail, less on a long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 — man ls, tab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You can navigate and manage files from the shell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./scripts/module1.sh --check before Module 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 — Module 2: Filesystem, Permissions 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