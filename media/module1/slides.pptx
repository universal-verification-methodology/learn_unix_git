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learn_unix_git repo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src/ and tb/ layout for verification repos.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less for interactive scroll and search (/word).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Module 1</a:t>
            </a:r>
          </a:p>
          <a:p>
            <a:pPr algn="ctr">
              <a:spcBef>
                <a:spcPts val="1200"/>
              </a:spcBef>
              <a:defRPr sz="3200">
                <a:solidFill>
                  <a:srgbClr val="333333"/>
                </a:solidFill>
              </a:defRPr>
            </a:pPr>
            <a:r>
              <a:t>Linux &amp; Shell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Open a terminal and identify your working directory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Navigate with cd, pwd, and ls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Create, copy, move, and delete files safely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View text with cat, less, head, and tail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Use man and --help to explore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Unix-like environment (Linux, macOS, or WSL2)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Ability to open a terminal and type commands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No prior shell experience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Module 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Topics build from terminal basics toward project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Why this matters for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Run simulators, scripts, and makefiles from the shell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Move between src/, tb/, and build/ directories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Inspect logs, RTL, and test output as text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Terminal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Shell vs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Terminal emulator — the window you type in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Shell (bash, zsh) — interprets commands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Prompt shows user, host, and current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./scripts/module1.sh --check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Navigation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pwd</a:t>
            </a:r>
            <a:br/>
            <a:r>
              <a:t>ls</a:t>
            </a:r>
            <a:br/>
            <a:r>
              <a:t>ls -la</a:t>
            </a:r>
            <a:br/>
            <a:r>
              <a:t>cd ~/projects</a:t>
            </a:r>
            <a:br/>
            <a:r>
              <a:t>cd ..</a:t>
            </a:r>
            <a:br/>
            <a:r>
              <a:t>cd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RTL-style project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cd module1/examples/navigation/sample_repo &amp;&amp; pwd &amp;&amp; ls -la &amp;&amp; cd src &amp;&amp; pwd &amp;&amp; ls</a:t>
            </a:r>
          </a:p>
        </p:txBody>
      </p:sp>
      <p:pic>
        <p:nvPicPr>
          <p:cNvPr id="4" name="Picture 3" descr="navigation_sample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Files &amp; viewing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Files and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mkdir -p for nested directories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cp and mv for copy and rename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rm and rm -r — use carefully; avoid rm -rf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mkdir ~/unix_practice</a:t>
            </a:r>
            <a:br/>
            <a:r>
              <a:t>mkdir ~/unix_practice/notes ~/unix_practice/projects</a:t>
            </a:r>
            <a:br/>
            <a:r>
              <a:t>cd ~/unix_practice &amp;&amp; pwd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Viewing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head -n 5 module1/examples/viewing/sample_for_viewing.txt &amp;&amp; tail -n 3 module1/examples/viewing/sample_for_viewing.txt</a:t>
            </a:r>
          </a:p>
        </p:txBody>
      </p:sp>
      <p:pic>
        <p:nvPicPr>
          <p:cNvPr id="4" name="Picture 3" descr="viewing_head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Create practice dirs (script)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./scripts/module1.sh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Help &amp;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Getting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man ls — full manual (Space, q to quit)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ls --help — short option summary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Tab completion for commands and paths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History with ↑ and ↓ (Ctrl+R in bash)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Repo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module1/examples/ — hands-on labs</a:t>
            </a:r>
          </a:p>
          <a:p>
            <a:pPr>
              <a:defRPr sz="2000"/>
            </a:pPr>
            <a:r>
              <a:t>module1/CHECKLIST.md — exercises</a:t>
            </a:r>
          </a:p>
          <a:p>
            <a:pPr>
              <a:defRPr sz="2000"/>
            </a:pPr>
            <a:r>
              <a:t>./scripts/module1.sh — check &amp; demo</a:t>
            </a:r>
          </a:p>
        </p:txBody>
      </p:sp>
      <p:pic>
        <p:nvPicPr>
          <p:cNvPr id="4" name="Picture 3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Exercises (your turn)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Hello terminal — pwd, ls, ls -la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Directory navigation — unix_practice/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File operations — cp, mv, rm with nano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Viewing — head, tail, less on a long file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Help — man ls, tab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 can navigate and manage files from the shell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Run ./scripts/module1.sh --check before Module 2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 — Module 2: Filesystem, Permissions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