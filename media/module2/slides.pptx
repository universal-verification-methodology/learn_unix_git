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2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Filesystem, Permissions &amp;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ls -l output (types, permissions, owner)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chmod to make scripts executable safely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HOME, PATH, and which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Fix common permission denied and command not found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complete (cd, ls, pwd, basic files)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Course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Simulators and tools depend on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Scripts in projects need chmod +x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Dotfiles like .gitignore appear in every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Core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./scripts/module2.sh --check</a:t>
            </a:r>
          </a:p>
        </p:txBody>
      </p:sp>
      <p:pic>
        <p:nvPicPr>
          <p:cNvPr id="4" name="Picture 3" descr="modul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Make a script executable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chmod u+x hello.sh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./hello.sh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ls -l and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module2/examples/permissions &amp;&amp; ls -l hello.sh config.txt</a:t>
            </a:r>
          </a:p>
        </p:txBody>
      </p:sp>
      <p:pic>
        <p:nvPicPr>
          <p:cNvPr id="4" name="Picture 3" descr="permissions_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Finding commands 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which bash &amp;&amp; which git</a:t>
            </a:r>
          </a:p>
        </p:txBody>
      </p:sp>
      <p:pic>
        <p:nvPicPr>
          <p:cNvPr id="4" name="Picture 3" descr="which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./scripts/module2.sh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chmod on ~/unix_practice/hello.sh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echo $PATH and which for git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ls -la to see dotfiles in examples/dotfiles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types and rwx permissions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and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Module 3 — processes &amp; pipes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Module 3: Processes, Pipes &amp; Redirection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