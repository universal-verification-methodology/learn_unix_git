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Module 2</a:t>
            </a:r>
          </a:p>
          <a:p>
            <a:pPr algn="ctr">
              <a:spcBef>
                <a:spcPts val="1200"/>
              </a:spcBef>
              <a:defRPr sz="3200">
                <a:solidFill>
                  <a:srgbClr val="333333"/>
                </a:solidFill>
              </a:defRPr>
            </a:pPr>
            <a:r>
              <a:t>Filesystem, Permissions &amp;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Read ls -l output (types, permissions, owner)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Use chmod to make scripts executable safely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Explain HOME, PATH, and which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Fix common permission denied and command not found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Module 1 complete (cd, ls, pwd, basic files)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106424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Course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Simulators and tools depend on PATH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Scripts in projects need chmod +x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Dotfiles like .gitignore appear in every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Core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./scripts/module2.sh --check</a:t>
            </a:r>
          </a:p>
        </p:txBody>
      </p:sp>
      <p:pic>
        <p:nvPicPr>
          <p:cNvPr id="4" name="Picture 3" descr="module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Make a script executable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  <a:latin typeface="Consolas"/>
              </a:defRPr>
            </a:pPr>
            <a:r>
              <a:t>chmod u+x hello.sh</a:t>
            </a:r>
            <a:br/>
            <a:r>
              <a:t>./hello.sh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ls -l and permissions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cd module2/examples/permissions &amp;&amp; ls -l hello.sh config.txt</a:t>
            </a:r>
          </a:p>
        </p:txBody>
      </p:sp>
      <p:pic>
        <p:nvPicPr>
          <p:cNvPr id="4" name="Picture 3" descr="permissions_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Finding commands on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which bash &amp;&amp; which git</a:t>
            </a:r>
          </a:p>
        </p:txBody>
      </p:sp>
      <p:pic>
        <p:nvPicPr>
          <p:cNvPr id="4" name="Picture 3" descr="which_t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  <a:latin typeface="Consolas"/>
              </a:defRPr>
            </a:pPr>
            <a:r>
              <a:t>./scripts/module2.sh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chmod on ~/unix_practice/hello.sh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echo $PATH and which for git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ls -la to see dotfiles in examples/dotfiles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File types and rwx permissions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PATH and environment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Next: Module 3 — processes &amp; pipes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Next: Module 3: Processes, Pipes &amp; Redirection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