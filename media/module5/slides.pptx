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5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Editors, Projects &amp; Archives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a consistent src/tb/scripts/build layout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Find files and search with grep -R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Create and extract tar.gz archives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Back up projects before major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4 (basic scripts)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Course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RTL projects mirror course repo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Exclude build/ from archives and Git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grep -R finds signals across a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Core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./scripts/module5.sh --check</a:t>
            </a:r>
          </a:p>
        </p:txBody>
      </p:sp>
      <p:pic>
        <p:nvPicPr>
          <p:cNvPr id="4" name="Picture 3" descr="module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Create archive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tar czf project_$(date +%Y%m%d).tar.gz project_dir/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tar xzf project.tar.gz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module5/examples/project_structure/sample_project &amp;&amp; find . -type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f | head -8</a:t>
            </a:r>
          </a:p>
        </p:txBody>
      </p:sp>
      <p:pic>
        <p:nvPicPr>
          <p:cNvPr id="4" name="Picture 3" descr="project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tar archives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module5/examples/tar_archives &amp;&amp; tar czf /tmp/m5_demo.tar.gz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demo_dir/ &amp;&amp; tar tzf /tmp/m5_demo.tar.gz | head -5</a:t>
            </a:r>
          </a:p>
        </p:txBody>
      </p:sp>
      <p:pic>
        <p:nvPicPr>
          <p:cNvPr id="4" name="Picture 3" descr="tar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./scripts/module5.sh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Scaffold unix_course_project/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grep -R in sample_project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Create a tar.gz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Organize src/tb/scripts/build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Archives for sharing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Module 6 — Git basics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Module 6: Git Basics for Course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