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Module 4</a:t>
            </a:r>
          </a:p>
          <a:p>
            <a:pPr algn="ctr">
              <a:spcBef>
                <a:spcPts val="1200"/>
              </a:spcBef>
              <a:defRPr sz="3200">
                <a:solidFill>
                  <a:srgbClr val="333333"/>
                </a:solidFill>
              </a:defRPr>
            </a:pPr>
            <a:r>
              <a:t>Shell Productivity &amp; Basic Scripting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Use history and Ctrl+R effectively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Write scripts with shebang and chmod +x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Pass arguments with $1 and $@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Apply set -e and quoted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Module 3 (redirection, pipes)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6424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Course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Wrap compile/sim steps in scripts/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Course module scripts are the pattern to follow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Quote variables to avoid word-splitting bugs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Core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$ ./scripts/module4.sh --check</a:t>
            </a:r>
          </a:p>
        </p:txBody>
      </p:sp>
      <p:pic>
        <p:nvPicPr>
          <p:cNvPr id="4" name="Picture 3" descr="module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Minimal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#!/usr/bin/env bash</a:t>
            </a:r>
            <a:br/>
            <a:r>
              <a:t>echo "Hello from script"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First bash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$ cd module4/examples/script_basics &amp;&amp; chmod u+x say_hello.sh &amp;&amp; ./say_hello.sh</a:t>
            </a:r>
          </a:p>
        </p:txBody>
      </p:sp>
      <p:pic>
        <p:nvPicPr>
          <p:cNvPr id="4" name="Picture 3" descr="say_h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Positional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$ cd module4/examples/arguments &amp;&amp; chmod u+x greet.sh &amp;&amp; ./greet.sh Student</a:t>
            </a:r>
          </a:p>
        </p:txBody>
      </p:sp>
      <p:pic>
        <p:nvPicPr>
          <p:cNvPr id="4" name="Picture 3" descr="greet_ar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./scripts/module4.sh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Run say_hello.sh and greet.sh from scaffold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Add an alias ll='ls -alF'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Write a loop over *.log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Scripts automate design flows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History and aliases save time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Next: Module 5 — projects &amp; archives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Next: Module 5: Editors, Projects &amp; Archives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