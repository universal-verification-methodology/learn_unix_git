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Shell Productivity &amp; Basic Scripting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history and Ctrl+R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scripts with shebang and chmod +x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arguments with $1 and $@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set -e and quoted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3 (redirection, pipes)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Wrap compile/sim steps in scripts/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module scripts are the pattern to follow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Quote variables to avoid word-splitting bugs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./scripts/module4.sh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Minimal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#!/usr/bin/env bash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echo "Hello from script"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First bash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module4/examples/script_basics &amp;&amp; chmod u+x say_hello.sh &amp;&amp;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./say_hello.sh</a:t>
            </a:r>
          </a:p>
        </p:txBody>
      </p:sp>
      <p:pic>
        <p:nvPicPr>
          <p:cNvPr id="4" name="Picture 3" descr="say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Positional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module4/examples/arguments &amp;&amp; chmod u+x greet.sh &amp;&amp; ./greet.sh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Student</a:t>
            </a:r>
          </a:p>
        </p:txBody>
      </p:sp>
      <p:pic>
        <p:nvPicPr>
          <p:cNvPr id="4" name="Picture 3" descr="greet_ar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say_hello.sh and greet.sh from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an alias ll='ls -alF'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a loop over *.log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 automate design 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History and aliases save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5 — projects &amp; archives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5: Editors, Projects &amp; Archives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