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0"/>
            <a:ext cx="11064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A1A2E"/>
                </a:solidFill>
              </a:defRPr>
            </a:pPr>
            <a:r>
              <a:t>Module 6</a:t>
            </a:r>
          </a:p>
          <a:p>
            <a:pPr algn="ctr">
              <a:spcBef>
                <a:spcPts val="1200"/>
              </a:spcBef>
              <a:defRPr sz="3200">
                <a:solidFill>
                  <a:srgbClr val="333333"/>
                </a:solidFill>
              </a:defRPr>
            </a:pPr>
            <a:r>
              <a:t>Git Basics for Course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learn_unix_git / Module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Explain working tree, staging, and commits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Use status, add, commit, log, diff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Clone and push to GitHub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Write a useful .gitignore for build artifacts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learn_unix_git / Module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Prerequisites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Module 5 (project structure)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git installed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learn_unix_git / Module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Learning path</a:t>
            </a:r>
          </a:p>
        </p:txBody>
      </p:sp>
      <p:pic>
        <p:nvPicPr>
          <p:cNvPr id="3" name="Picture 2" descr="learning_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1106424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learn_unix_git / Module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Course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Course work is submitted via Git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Never commit build/ or large waveforms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Small focused commits are easier to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learn_unix_git / Module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Core topics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learn_unix_git / Module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Self-check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latin typeface="Consolas"/>
              </a:defRPr>
            </a:pPr>
            <a:r>
              <a:t>$ ./scripts/module6.sh --check</a:t>
            </a:r>
          </a:p>
        </p:txBody>
      </p:sp>
      <p:pic>
        <p:nvPicPr>
          <p:cNvPr id="4" name="Picture 3" descr="module_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11064240" cy="3840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learn_unix_git / Module 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Basic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Consolas"/>
              </a:defRPr>
            </a:pPr>
            <a:r>
              <a:t>git status</a:t>
            </a:r>
            <a:br/>
            <a:r>
              <a:t>git add file.sv</a:t>
            </a:r>
            <a:br/>
            <a:r>
              <a:t>git commit -m "Add counter testbench"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learn_unix_git / Module 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Git installation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latin typeface="Consolas"/>
              </a:defRPr>
            </a:pPr>
            <a:r>
              <a:t>$ git --version</a:t>
            </a:r>
          </a:p>
        </p:txBody>
      </p:sp>
      <p:pic>
        <p:nvPicPr>
          <p:cNvPr id="4" name="Picture 3" descr="git_ver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11064240" cy="3840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learn_unix_git / Module 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Exploring git help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latin typeface="Consolas"/>
              </a:defRPr>
            </a:pPr>
            <a:r>
              <a:t>$ git help -a 2&gt;/dev/null | head -5</a:t>
            </a:r>
          </a:p>
        </p:txBody>
      </p:sp>
      <p:pic>
        <p:nvPicPr>
          <p:cNvPr id="4" name="Picture 3" descr="git_hel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11064240" cy="3840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learn_unix_git / Module 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learn_unix_git / Module 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Exercise scaffold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Consolas"/>
              </a:defRPr>
            </a:pPr>
            <a:r>
              <a:t>./scripts/module6.sh --scaffold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learn_unix_git / Module 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Exercises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Scaffold git_demo and make a commit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Write .gitignore for build/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git log --oneline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learn_unix_git / Module 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Summary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Local Git workflow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Remotes and GitHub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Next: Module 7 — collaboration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Next: Module 7: Advanced Git for Collaboration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learn_unix_git / Module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