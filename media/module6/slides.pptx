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6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Git Basics for Course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Explain working tree, staging, and commits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status, add, commit, log, diff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Clone and push to GitHub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Write a useful .gitignore for build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5 (project structure)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git installed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Course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Course work is submitted via Git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Never commit build/ or large waveforms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Small focused commits are easier to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Core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./scripts/module6.sh --check</a:t>
            </a:r>
          </a:p>
        </p:txBody>
      </p:sp>
      <p:pic>
        <p:nvPicPr>
          <p:cNvPr id="4" name="Picture 3" descr="module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Basic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git status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git add file.sv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git commit -m "Add counter testbench"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Git installation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git --version</a:t>
            </a:r>
          </a:p>
        </p:txBody>
      </p:sp>
      <p:pic>
        <p:nvPicPr>
          <p:cNvPr id="4" name="Picture 3" descr="git_v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Exploring git help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git help -a 2&gt;/dev/null | head -5</a:t>
            </a:r>
          </a:p>
        </p:txBody>
      </p:sp>
      <p:pic>
        <p:nvPicPr>
          <p:cNvPr id="4" name="Picture 3" descr="git_hel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./scripts/module6.sh --scaffold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Scaffold git_demo and make a commit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Write .gitignore for build/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git log --oneline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Local Git workflow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Remotes and GitHub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Module 7 — collaboration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Module 7: Advanced Git for Collaboration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